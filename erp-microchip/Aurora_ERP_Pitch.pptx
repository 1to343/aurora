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Представиться, назвать проект Aurora ERP — отечественная платформа для управления производством микрочипов.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Представить каждого члена команды. 5 человек — полный цикл разработки: backend, frontend, 3D-визуализация, база данных, дизайн.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Описать проблему: западные ERP ушли, стратегическая зависимость, нет отечественных аналогов для полупроводников. Подчеркнуть критичность.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Перечислить ключевые возможности: сквозное управление, прослеживаемость, роли, модули. Акцент на 3D-визуализацию — уникальное преимущество.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— отличие от конкурентов. Система работает при полном отключении инфраструктуры. Service Worker, IndexedDB, мониторинг питания.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минимум зависимостей, нет тяжёлых фреймворков (React, Three.js), легко развернуть на любом сервере. PostgreSQL для масштабирования.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Ключевые тезисы для комиссии: импортозамещение, суверенитет, кризисоустойчивость. Акцент — это не просто учебный проект, а реальная потребность рынка.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слайд. Поблагодарить за внимание, предложить демонстрацию системы.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-457200"/>
            <a:ext cx="4572000" cy="4572000"/>
          </a:xfrm>
          <a:prstGeom prst="ellipse">
            <a:avLst/>
          </a:prstGeom>
          <a:solidFill>
            <a:srgbClr val="00D4FF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ERP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Интеллектуальная платформа управления</a:t>
            </a:r>
            <a:endParaRPr lang="en-US" sz="2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производством микрочипов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463040" y="3429000"/>
            <a:ext cx="6217920" cy="502920"/>
          </a:xfrm>
          <a:prstGeom prst="roundRect">
            <a:avLst>
              <a:gd name="adj" fmla="val 27273"/>
            </a:avLst>
          </a:prstGeom>
          <a:solidFill>
            <a:srgbClr val="00D4FF">
              <a:alpha val="1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34290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FastAPI  ·  SQLAlchemy  ·  Canvas 3D  ·  Bootstrap 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ERP-система класса Enterprise Resource Planning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разработки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651760" y="1463040"/>
            <a:ext cx="384048" cy="384048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265176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41732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Вячеслав Торопин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651760" y="2121408"/>
            <a:ext cx="384048" cy="384048"/>
          </a:xfrm>
          <a:prstGeom prst="ellipse">
            <a:avLst/>
          </a:prstGeom>
          <a:solidFill>
            <a:srgbClr val="00FF88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265176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20756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Владимир Герцог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51760" y="2779776"/>
            <a:ext cx="384048" cy="384048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273405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Полина Черниенко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651760" y="3438144"/>
            <a:ext cx="384048" cy="384048"/>
          </a:xfrm>
          <a:prstGeom prst="ellipse">
            <a:avLst/>
          </a:prstGeom>
          <a:solidFill>
            <a:srgbClr val="00FF88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339242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Ярослав Рыбинцов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2651760" y="4096512"/>
            <a:ext cx="384048" cy="384048"/>
          </a:xfrm>
          <a:prstGeom prst="ellipse">
            <a:avLst/>
          </a:prstGeom>
          <a:solidFill>
            <a:srgbClr val="00D4FF">
              <a:alpha val="3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40507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Мария Демахина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зависимость от западных ERP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11827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3990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 вендоров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67335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Oracle, Siemens — ушли из России, отключили лицензии и поддержку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11827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13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Стратегическая отрасль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58775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 микрочипов нельзя ставить в зависимость от иностранного ПО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11827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27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аналогов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50215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Российские ERP не учитывают специфику полупроводникового производства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111827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1422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рынку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416552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Отечественная, автономная система, устойчивая к сбоям инфраструктуры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ERP — что решает наш проект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987552"/>
          </a:xfrm>
          <a:prstGeom prst="roundRect">
            <a:avLst>
              <a:gd name="adj" fmla="val 9259"/>
            </a:avLst>
          </a:prstGeom>
          <a:solidFill>
            <a:srgbClr val="111827">
              <a:alpha val="7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1792" y="14630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D4FF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389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Сквозное управление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7556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сырья до готового чипа в одной системе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4023360" cy="987552"/>
          </a:xfrm>
          <a:prstGeom prst="roundRect">
            <a:avLst>
              <a:gd name="adj" fmla="val 9259"/>
            </a:avLst>
          </a:prstGeom>
          <a:solidFill>
            <a:srgbClr val="111827">
              <a:alpha val="7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2633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D4FF">
              <a:alpha val="2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1792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Прослеживаемость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lot traceability на каждом этапе техпроцесса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21024"/>
            <a:ext cx="4023360" cy="987552"/>
          </a:xfrm>
          <a:prstGeom prst="roundRect">
            <a:avLst>
              <a:gd name="adj" fmla="val 9259"/>
            </a:avLst>
          </a:prstGeom>
          <a:solidFill>
            <a:srgbClr val="111827">
              <a:alpha val="7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380390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D4FF">
              <a:alpha val="22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803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730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ролей с RBAC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4096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оператора до директора + полный аудит-лог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4023360" cy="987552"/>
          </a:xfrm>
          <a:prstGeom prst="roundRect">
            <a:avLst>
              <a:gd name="adj" fmla="val 9259"/>
            </a:avLst>
          </a:prstGeom>
          <a:solidFill>
            <a:srgbClr val="111827">
              <a:alpha val="7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9472" y="1463040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D4FF">
              <a:alpha val="2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91947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32120" y="1389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32120" y="17556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 (WMS) · Производство (MES) · Логистика · Чат · KPI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450592"/>
            <a:ext cx="4023360" cy="987552"/>
          </a:xfrm>
          <a:prstGeom prst="roundRect">
            <a:avLst>
              <a:gd name="adj" fmla="val 9259"/>
            </a:avLst>
          </a:prstGeom>
          <a:solidFill>
            <a:srgbClr val="111827">
              <a:alpha val="7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2633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D4FF">
              <a:alpha val="22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3212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3D-визуализация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532120" y="29260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Живая симуляция и интерактивное дерево техпроцесса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621024"/>
            <a:ext cx="4023360" cy="987552"/>
          </a:xfrm>
          <a:prstGeom prst="roundRect">
            <a:avLst>
              <a:gd name="adj" fmla="val 9259"/>
            </a:avLst>
          </a:prstGeom>
          <a:solidFill>
            <a:srgbClr val="111827">
              <a:alpha val="7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9472" y="3803904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00D4FF">
              <a:alpha val="2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3803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32120" y="3730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/ FEFO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532120" y="40965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Умные стратегии управления складскими запасами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без интернета, связи и электричества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51560"/>
            <a:ext cx="2743200" cy="3794760"/>
          </a:xfrm>
          <a:prstGeom prst="roundRect">
            <a:avLst>
              <a:gd name="adj" fmla="val 4000"/>
            </a:avLst>
          </a:prstGeom>
          <a:solidFill>
            <a:srgbClr val="111827">
              <a:alpha val="8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2004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ЭЛЕКТРИЧЕСТВО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питания: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/ ИБП / генератор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энергосбережения —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отключает тяжёлые эффекты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Таймер работы от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резервного источника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743200" cy="3794760"/>
          </a:xfrm>
          <a:prstGeom prst="roundRect">
            <a:avLst>
              <a:gd name="adj" fmla="val 4000"/>
            </a:avLst>
          </a:prstGeom>
          <a:solidFill>
            <a:srgbClr val="111827">
              <a:alpha val="8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 И СВЯЗЬ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—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офлайн-режим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операций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IndexedDB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Автосинхронизация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восстановлении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977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связи: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 / нестабильно / офлайн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743200" cy="3794760"/>
          </a:xfrm>
          <a:prstGeom prst="roundRect">
            <a:avLst>
              <a:gd name="adj" fmla="val 4000"/>
            </a:avLst>
          </a:prstGeom>
          <a:solidFill>
            <a:srgbClr val="111827">
              <a:alpha val="8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Автосохранение черновиков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5 секунд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5146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 форм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перезагрузки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32461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+ IndexedDB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локального хранения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11827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2344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834640" y="123444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3.14, FastAPI, SQLAlchemy 2.0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10512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11827">
              <a:alpha val="6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105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81051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 (переключается через DATABASE_URL)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386584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11827">
              <a:alpha val="6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8658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Аутентификация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38658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в httpOnly-cookie, bcrypt (passlib)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62656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11827">
              <a:alpha val="6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6265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296265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JavaScript, Bootstrap 5, Chart.js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53872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11827">
              <a:alpha val="6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53872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/ визуализация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353872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API + CSS 3D Transforms (без Three.js)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111827">
              <a:alpha val="6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1148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4114800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+ IndexedDB + localStorage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97280" y="4297680"/>
            <a:ext cx="6949440" cy="502920"/>
          </a:xfrm>
          <a:prstGeom prst="roundRect">
            <a:avLst>
              <a:gd name="adj" fmla="val 18182"/>
            </a:avLst>
          </a:prstGeom>
          <a:solidFill>
            <a:srgbClr val="00D4FF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2976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зависимостей — максимум автономности. Работает на любом сервере без облака.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Значение для России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11827">
              <a:alpha val="7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Импортозамещение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отечественная разработка, не зависит от западных лицензий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11827">
              <a:alpha val="7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560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суверенитет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над критической инфраструктурой производства чипов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11827">
              <a:alpha val="7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3749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к кризисам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при отключении интернета и электричества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2344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11827">
              <a:alpha val="7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F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Масштабируемость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пилотного участка до полноценного завода (PostgreSQL, модули)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4231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11827">
              <a:alpha val="7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5603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2926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аудит-лог, соответствие требованиям регуляторов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6118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11827">
              <a:alpha val="75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29200" y="37490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Кадровый потенциал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4114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специалистов на отечественном ПО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3657600"/>
          </a:xfrm>
          <a:prstGeom prst="ellipse">
            <a:avLst/>
          </a:prstGeom>
          <a:solidFill>
            <a:srgbClr val="00D4FF">
              <a:alpha val="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8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ERP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8C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Российская платформа для производства микрочипов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aurora-erp@team.ru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ERP — Питч</dc:title>
  <dc:subject>PptxGenJS Presentation</dc:subject>
  <dc:creator>Aurora ERP Team</dc:creator>
  <cp:lastModifiedBy>Aurora ERP Team</cp:lastModifiedBy>
  <cp:revision>1</cp:revision>
  <dcterms:created xsi:type="dcterms:W3CDTF">2026-06-15T11:30:36Z</dcterms:created>
  <dcterms:modified xsi:type="dcterms:W3CDTF">2026-06-15T11:30:36Z</dcterms:modified>
</cp:coreProperties>
</file>